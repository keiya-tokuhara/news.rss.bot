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施設レポート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F497D"/>
                </a:solidFill>
              </a:rPr>
              <a:t>セブンデイズホテル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404040"/>
                </a:solidFill>
              </a:rPr>
              <a:t>2025年2月〜2026年4月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808080"/>
                </a:solidFill>
              </a:rPr>
              <a:t>手間いらず自動　本格運用開始：2026年1月〜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導入前後比較（2025年 vs 2026年　2〜4月）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85800"/>
            <a:ext cx="1143000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変動回数（デイズ S　2026年3月・4月）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420624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59436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3月　変動履歴スクリーンショット（デイズ S）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960120"/>
            <a:ext cx="7132320" cy="25146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08080"/>
                </a:solidFill>
              </a:rPr>
              <a:t>← ここにスクリーンショットを貼付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47472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4月　変動履歴スクリーンショット（デイズ 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840480"/>
            <a:ext cx="7132320" cy="25146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484632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08080"/>
                </a:solidFill>
              </a:rPr>
              <a:t>← ここにスクリーンショットを貼付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まとめ・所感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</a:rPr>
              <a:t>【OCC / ADR / RevPAR】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5214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482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</a:rPr>
              <a:t>【変動回数】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4670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</a:rPr>
              <a:t>【手間いらず自動 導入効果】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4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5137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